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Ricerca Aurora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Cliente Acme. Codice presentazione LIMEN-PPTX-318.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